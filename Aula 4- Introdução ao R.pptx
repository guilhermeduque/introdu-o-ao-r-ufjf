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f8e6d7c2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f8e6d7c2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f8e6d7c2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f8e6d7c2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f8e6d7c2b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f8e6d7c2b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f8e6d7c2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f8e6d7c2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f8e6d7c2b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f8e6d7c2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f8e6d7c2b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f8e6d7c2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f8e6d7c2b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f8e6d7c2b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ao R - PPGCSO/UFJF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(Aula 4)- 11/12/2025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Guilherme Duque (IESP-UERJ)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https://github.com/GuilhermeDuque/Introdu-o-ao-R-UFJF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Recapitulando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6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Na aula passada, aprendemos um pouco sobre a função de cada gráfico, bem como o tipo de variável que melhor se encaixa para cada um deles.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Gráfico de barras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Histograma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Boxplot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Gráfico de regressão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Gráfico de linhas. 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Aula 4- Programação e caminhos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 Estruturas de controle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 Funções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Análise completa de um dataset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RMarkdown e próximos Passos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If/Else	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/>
              <a:t>Nesta aula, aprenderemos um pouco mais sobre verificação e controle de bases 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Com a função “if/else”, de maneira similar ao TRUE or FALSE, colocaremos uma condição para o R verificar se alguma observação segue o input ou não que queremos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Loop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Uma das funções mais úteis quando se quer repetir várias funções (como, por exemplo, gerar vários gráficos sobre diferentes grupos), é a função loop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Com o loop, podemos acionar o R para repetir a mesma ação diversas vezes, economizando tempo, paciência e correndo menos risco de errar vírgulas ao longo do caminho.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Próximos passos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Bases a serem utilizadas nos respectivos trabalhos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Text as Data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Machine Learning (ver muita estatística antes)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Web scrapping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Geoprocessamento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Estatística aplicada 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 Markdown	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Para fins desse curso, vamos agora verificar um pouco sobre como se estrutura o R Markdown.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No R Markdown, podemos gerar textos, juntamente aos nossos códigos para construirmos um trabalho já diretamente do R. 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