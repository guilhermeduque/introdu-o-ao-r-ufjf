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ec842c6e5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ec842c6e5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ec842c6e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ec842c6e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ec842c6e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ec842c6e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ec842c6e5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ec842c6e5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ec842c6e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ec842c6e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ec842c6e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ec842c6e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ec842c6e5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ec842c6e5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b="1" lang="pt-BR" sz="42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Introdução ao R - PPGCSO/UFJF</a:t>
            </a:r>
            <a:endParaRPr b="1" sz="42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b="1" lang="pt-BR" sz="42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(Aula </a:t>
            </a:r>
            <a:r>
              <a:rPr lang="pt-BR">
                <a:solidFill>
                  <a:srgbClr val="1A1A1A"/>
                </a:solidFill>
              </a:rPr>
              <a:t>2</a:t>
            </a:r>
            <a:r>
              <a:rPr b="1" lang="pt-BR" sz="42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)- 0</a:t>
            </a:r>
            <a:r>
              <a:rPr lang="pt-BR">
                <a:solidFill>
                  <a:srgbClr val="1A1A1A"/>
                </a:solidFill>
              </a:rPr>
              <a:t>9</a:t>
            </a:r>
            <a:r>
              <a:rPr b="1" lang="pt-BR" sz="42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/12/2025</a:t>
            </a:r>
            <a:endParaRPr b="1" sz="42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Guilherme Duque (IESP-UERJ)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https://github.com/GuilhermeDuque/Introdu-o-ao-R-UFJF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Recapitulando	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Na última aula, vimos algumas funções básicas no R que irão nos auxiliar para trabalharmos com bases de dados.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R como calculadora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Operadores lógicos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Criação de objetos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Estatísticas simples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Pipe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Recapitulando	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Também verificamos algumas funcionalidades do pacote “dplyr”.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filter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select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summarise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mutate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rename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group_by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count 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Aula 2-  Data frames e manipulação de dados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Nessa aula, iremos nos aprofundar um pouco mais sobre como, na prática, esses comandos aprendidos são úteis. Então, veremos nessa aula: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Data Frames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Importação de bases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Limpeza dos dados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Exercícios </a:t>
            </a:r>
            <a:endParaRPr sz="1600"/>
          </a:p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4851125"/>
            <a:ext cx="7688700" cy="2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4750" y="590151"/>
            <a:ext cx="4540001" cy="426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 de uma base 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Linhas (observações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Eixo X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Colunas (variáveis)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Eixo Y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3350" y="1783050"/>
            <a:ext cx="5514001" cy="31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Vários tipos de formato 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9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/>
              <a:t>Pacotes para importação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Haven, para SPSS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readr, para arquivos .csv e .txt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readxl, para arquivos do Excel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DBI, para bancos de dados relacionais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googlesheets4, para planilhas do Google Sheets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Exercícios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1. Importe uma base de dados de sua escolha (pode ser um arquivo .csv, .xlsx, etc.) e explore sua estrutura utilizando funções como head(), str() e summary()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2. Filtre os dados para incluir apenas observações de um ano específico e selecion  colunas relevantes para sua análise.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3, Faça alguns gráficos simples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