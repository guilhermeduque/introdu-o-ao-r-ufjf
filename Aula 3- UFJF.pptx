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39a8acb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39a8acb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39a8acb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39a8acb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39a8acb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39a8acb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39a8acb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39a8acb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39a8acb7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39a8acb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3baad6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3baad6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39a8acb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f39a8acb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f3baad6e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f3baad6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f3baad6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f3baad6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39a8acb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f39a8acb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f3baad6e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f3baad6e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R - PPGCSO/UFJF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(Aula 3)- 10/12/2025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Duque (IESP-UERJ)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https://github.com/GuilhermeDuque/Introdu-o-ao-R-UFJF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3-  Análise exploratória e visualização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Análises descritivas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Estatística básica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Visualização com ggplot2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Exercícios </a:t>
            </a:r>
            <a:endParaRPr sz="1600"/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que serve um gráfico?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Descrever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Representar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Organizar visualmente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/>
              <a:t>Sempre que fizermos um gráfico, devemos ter cuidado sobre que tipo de informação queremos transmitir. 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pt-BR" sz="1600"/>
              <a:t>Isso também faz parte do trabalho de reprodutibilidade. </a:t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675" y="562550"/>
            <a:ext cx="5785376" cy="42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325" y="781775"/>
            <a:ext cx="6467424" cy="431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099" y="534425"/>
            <a:ext cx="3637926" cy="453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pt-BR" sz="1312"/>
              <a:t>Gráfico de barras- analisa categorias</a:t>
            </a:r>
            <a:endParaRPr sz="1312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350" y="1747400"/>
            <a:ext cx="36385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pt-BR" sz="1312"/>
              <a:t>Gráfico de regressão</a:t>
            </a:r>
            <a:endParaRPr sz="1312"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000" y="1770175"/>
            <a:ext cx="4133175" cy="282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pt-BR" sz="1312"/>
              <a:t>Histograma</a:t>
            </a:r>
            <a:endParaRPr sz="1312"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375" y="1536900"/>
            <a:ext cx="2973400" cy="31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pt-BR" sz="1312"/>
              <a:t>Distribuição normal</a:t>
            </a:r>
            <a:endParaRPr sz="1312"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950" y="1853850"/>
            <a:ext cx="4407500" cy="272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t-BR" sz="1312"/>
              <a:t>Boxplot</a:t>
            </a:r>
            <a:endParaRPr sz="1312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12"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400" y="1853850"/>
            <a:ext cx="3540291" cy="25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gráfico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729450" y="4734350"/>
            <a:ext cx="7688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t-BR" sz="1312"/>
              <a:t>Gráfico de violino</a:t>
            </a:r>
            <a:endParaRPr sz="1312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12"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699" y="1887775"/>
            <a:ext cx="3698625" cy="284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